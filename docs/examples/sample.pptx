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Q3 Business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sample slide deck converted by PDFto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grew 12% quarter over quarter</a:t>
            </a:r>
          </a:p>
          <a:p>
            <a:r>
              <a:t>Widget led all regions</a:t>
            </a:r>
          </a:p>
          <a:p>
            <a:r>
              <a:t>Doohickey needs attention</a:t>
            </a:r>
          </a:p>
          <a:p>
            <a:r>
              <a:t>Expanding Gizmo in Asia Pacific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Revenue by Region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40080" y="164592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715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Share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North America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41%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Europe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$0.9M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31%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Asia Pacific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$0.7M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